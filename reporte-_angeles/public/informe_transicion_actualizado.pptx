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4" r:id="rId5"/>
    <p:sldId id="274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DEECEA"/>
    <a:srgbClr val="98989A"/>
    <a:srgbClr val="161A1D"/>
    <a:srgbClr val="D41111"/>
    <a:srgbClr val="F1D54A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27E0F-0B37-40AB-A062-10FDED50B752}" v="38" dt="2026-08-07T00:17:32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Gonzalez Diaz" userId="fb0ebc49-b45b-43a1-922e-1799e2ce9504" providerId="ADAL" clId="{862EAC07-69B4-4FDD-83F2-E6A1FE7A207F}"/>
    <pc:docChg chg="modSld">
      <pc:chgData name="Armando Gonzalez Diaz" userId="fb0ebc49-b45b-43a1-922e-1799e2ce9504" providerId="ADAL" clId="{862EAC07-69B4-4FDD-83F2-E6A1FE7A207F}" dt="2026-07-27T19:09:26.277" v="139" actId="20577"/>
      <pc:docMkLst>
        <pc:docMk/>
      </pc:docMkLst>
      <pc:sldChg chg="modSp mod">
        <pc:chgData name="Armando Gonzalez Diaz" userId="fb0ebc49-b45b-43a1-922e-1799e2ce9504" providerId="ADAL" clId="{862EAC07-69B4-4FDD-83F2-E6A1FE7A207F}" dt="2026-07-27T19:09:26.277" v="139" actId="20577"/>
        <pc:sldMkLst>
          <pc:docMk/>
          <pc:sldMk cId="3239896720" sldId="264"/>
        </pc:sldMkLst>
        <pc:spChg chg="mod">
          <ac:chgData name="Armando Gonzalez Diaz" userId="fb0ebc49-b45b-43a1-922e-1799e2ce9504" providerId="ADAL" clId="{862EAC07-69B4-4FDD-83F2-E6A1FE7A207F}" dt="2026-07-27T19:07:40.193" v="39" actId="20577"/>
          <ac:spMkLst>
            <pc:docMk/>
            <pc:sldMk cId="3239896720" sldId="264"/>
            <ac:spMk id="8" creationId="{667DEB00-D8BC-6E0C-A4CA-9EA2320642EC}"/>
          </ac:spMkLst>
        </pc:spChg>
        <pc:spChg chg="mod">
          <ac:chgData name="Armando Gonzalez Diaz" userId="fb0ebc49-b45b-43a1-922e-1799e2ce9504" providerId="ADAL" clId="{862EAC07-69B4-4FDD-83F2-E6A1FE7A207F}" dt="2026-07-27T19:08:44.633" v="126" actId="20577"/>
          <ac:spMkLst>
            <pc:docMk/>
            <pc:sldMk cId="3239896720" sldId="264"/>
            <ac:spMk id="19" creationId="{876B6B33-EFED-BD14-E6B8-055C3DA53F3F}"/>
          </ac:spMkLst>
        </pc:spChg>
        <pc:spChg chg="mod">
          <ac:chgData name="Armando Gonzalez Diaz" userId="fb0ebc49-b45b-43a1-922e-1799e2ce9504" providerId="ADAL" clId="{862EAC07-69B4-4FDD-83F2-E6A1FE7A207F}" dt="2026-07-27T19:09:26.277" v="139" actId="20577"/>
          <ac:spMkLst>
            <pc:docMk/>
            <pc:sldMk cId="3239896720" sldId="264"/>
            <ac:spMk id="27" creationId="{7906E1BF-17CD-97F5-B014-AE236A24799D}"/>
          </ac:spMkLst>
        </pc:spChg>
      </pc:sldChg>
    </pc:docChg>
  </pc:docChgLst>
  <pc:docChgLst>
    <pc:chgData name="Armando Gonzalez Diaz" userId="S::armando.gonzalez@imssbienestar.gob.mx::fb0ebc49-b45b-43a1-922e-1799e2ce9504" providerId="AD" clId="Web-{66B2EEBF-4011-1181-BC72-F0C7ED0C5985}"/>
    <pc:docChg chg="addSld delSld">
      <pc:chgData name="Armando Gonzalez Diaz" userId="S::armando.gonzalez@imssbienestar.gob.mx::fb0ebc49-b45b-43a1-922e-1799e2ce9504" providerId="AD" clId="Web-{66B2EEBF-4011-1181-BC72-F0C7ED0C5985}" dt="2026-07-25T00:08:14.184" v="2"/>
      <pc:docMkLst>
        <pc:docMk/>
      </pc:docMkLst>
    </pc:docChg>
  </pc:docChgLst>
  <pc:docChgLst>
    <pc:chgData name="Angélica Paola González Lozada" userId="cfe51df1-1916-472b-941e-886e16f794e8" providerId="ADAL" clId="{E77C8C42-7112-4C83-BF95-4B8BE598DD1C}"/>
    <pc:docChg chg="undo custSel addSld delSld modSld sldOrd">
      <pc:chgData name="Angélica Paola González Lozada" userId="cfe51df1-1916-472b-941e-886e16f794e8" providerId="ADAL" clId="{E77C8C42-7112-4C83-BF95-4B8BE598DD1C}" dt="2026-08-07T00:17:33.667" v="511" actId="20577"/>
      <pc:docMkLst>
        <pc:docMk/>
      </pc:docMkLst>
      <pc:sldChg chg="modSp add mod">
        <pc:chgData name="Angélica Paola González Lozada" userId="cfe51df1-1916-472b-941e-886e16f794e8" providerId="ADAL" clId="{E77C8C42-7112-4C83-BF95-4B8BE598DD1C}" dt="2026-08-07T00:17:33.667" v="511" actId="20577"/>
        <pc:sldMkLst>
          <pc:docMk/>
          <pc:sldMk cId="3239896720" sldId="264"/>
        </pc:sldMkLst>
        <pc:spChg chg="mod">
          <ac:chgData name="Angélica Paola González Lozada" userId="cfe51df1-1916-472b-941e-886e16f794e8" providerId="ADAL" clId="{E77C8C42-7112-4C83-BF95-4B8BE598DD1C}" dt="2026-08-07T00:03:43.028" v="393" actId="20577"/>
          <ac:spMkLst>
            <pc:docMk/>
            <pc:sldMk cId="3239896720" sldId="264"/>
            <ac:spMk id="8" creationId="{667DEB00-D8BC-6E0C-A4CA-9EA2320642EC}"/>
          </ac:spMkLst>
        </pc:spChg>
        <pc:spChg chg="mod">
          <ac:chgData name="Angélica Paola González Lozada" userId="cfe51df1-1916-472b-941e-886e16f794e8" providerId="ADAL" clId="{E77C8C42-7112-4C83-BF95-4B8BE598DD1C}" dt="2026-08-07T00:02:51.986" v="388" actId="20577"/>
          <ac:spMkLst>
            <pc:docMk/>
            <pc:sldMk cId="3239896720" sldId="264"/>
            <ac:spMk id="10" creationId="{0D026481-4814-E5DA-13EA-C7EBF262F6E0}"/>
          </ac:spMkLst>
        </pc:spChg>
        <pc:spChg chg="mod">
          <ac:chgData name="Angélica Paola González Lozada" userId="cfe51df1-1916-472b-941e-886e16f794e8" providerId="ADAL" clId="{E77C8C42-7112-4C83-BF95-4B8BE598DD1C}" dt="2026-07-27T18:48:52.956" v="143" actId="404"/>
          <ac:spMkLst>
            <pc:docMk/>
            <pc:sldMk cId="3239896720" sldId="264"/>
            <ac:spMk id="13" creationId="{6757F6F5-04D2-6ACD-5DBE-6D051C4C2B47}"/>
          </ac:spMkLst>
        </pc:spChg>
        <pc:spChg chg="mod">
          <ac:chgData name="Angélica Paola González Lozada" userId="cfe51df1-1916-472b-941e-886e16f794e8" providerId="ADAL" clId="{E77C8C42-7112-4C83-BF95-4B8BE598DD1C}" dt="2026-08-07T00:04:44.011" v="418" actId="20577"/>
          <ac:spMkLst>
            <pc:docMk/>
            <pc:sldMk cId="3239896720" sldId="264"/>
            <ac:spMk id="18" creationId="{CD922102-0711-1097-FAFA-32E996957AB6}"/>
          </ac:spMkLst>
        </pc:spChg>
        <pc:spChg chg="mod">
          <ac:chgData name="Angélica Paola González Lozada" userId="cfe51df1-1916-472b-941e-886e16f794e8" providerId="ADAL" clId="{E77C8C42-7112-4C83-BF95-4B8BE598DD1C}" dt="2026-08-07T00:06:00.157" v="438" actId="20577"/>
          <ac:spMkLst>
            <pc:docMk/>
            <pc:sldMk cId="3239896720" sldId="264"/>
            <ac:spMk id="19" creationId="{876B6B33-EFED-BD14-E6B8-055C3DA53F3F}"/>
          </ac:spMkLst>
        </pc:spChg>
        <pc:spChg chg="mod">
          <ac:chgData name="Angélica Paola González Lozada" userId="cfe51df1-1916-472b-941e-886e16f794e8" providerId="ADAL" clId="{E77C8C42-7112-4C83-BF95-4B8BE598DD1C}" dt="2026-08-07T00:04:24.901" v="411" actId="20577"/>
          <ac:spMkLst>
            <pc:docMk/>
            <pc:sldMk cId="3239896720" sldId="264"/>
            <ac:spMk id="22" creationId="{4C1033A7-3318-9CF1-F150-1FA70E973BAC}"/>
          </ac:spMkLst>
        </pc:spChg>
        <pc:spChg chg="mod">
          <ac:chgData name="Angélica Paola González Lozada" userId="cfe51df1-1916-472b-941e-886e16f794e8" providerId="ADAL" clId="{E77C8C42-7112-4C83-BF95-4B8BE598DD1C}" dt="2026-08-07T00:05:01.679" v="429" actId="20577"/>
          <ac:spMkLst>
            <pc:docMk/>
            <pc:sldMk cId="3239896720" sldId="264"/>
            <ac:spMk id="24" creationId="{7C855C27-6114-9DF9-F7A3-825F9E2651B6}"/>
          </ac:spMkLst>
        </pc:spChg>
        <pc:spChg chg="mod">
          <ac:chgData name="Angélica Paola González Lozada" userId="cfe51df1-1916-472b-941e-886e16f794e8" providerId="ADAL" clId="{E77C8C42-7112-4C83-BF95-4B8BE598DD1C}" dt="2026-08-07T00:06:16.146" v="445" actId="20577"/>
          <ac:spMkLst>
            <pc:docMk/>
            <pc:sldMk cId="3239896720" sldId="264"/>
            <ac:spMk id="26" creationId="{A571FB44-AC1B-36B7-CE80-265C118C70D5}"/>
          </ac:spMkLst>
        </pc:spChg>
        <pc:spChg chg="mod">
          <ac:chgData name="Angélica Paola González Lozada" userId="cfe51df1-1916-472b-941e-886e16f794e8" providerId="ADAL" clId="{E77C8C42-7112-4C83-BF95-4B8BE598DD1C}" dt="2026-08-07T00:17:33.667" v="511" actId="20577"/>
          <ac:spMkLst>
            <pc:docMk/>
            <pc:sldMk cId="3239896720" sldId="264"/>
            <ac:spMk id="27" creationId="{7906E1BF-17CD-97F5-B014-AE236A24799D}"/>
          </ac:spMkLst>
        </pc:spChg>
        <pc:spChg chg="mod">
          <ac:chgData name="Angélica Paola González Lozada" userId="cfe51df1-1916-472b-941e-886e16f794e8" providerId="ADAL" clId="{E77C8C42-7112-4C83-BF95-4B8BE598DD1C}" dt="2026-08-07T00:04:01.286" v="405" actId="20577"/>
          <ac:spMkLst>
            <pc:docMk/>
            <pc:sldMk cId="3239896720" sldId="264"/>
            <ac:spMk id="34" creationId="{17E858CD-4A6A-36CB-01FB-ECA29D56D397}"/>
          </ac:spMkLst>
        </pc:spChg>
        <pc:spChg chg="mod">
          <ac:chgData name="Angélica Paola González Lozada" userId="cfe51df1-1916-472b-941e-886e16f794e8" providerId="ADAL" clId="{E77C8C42-7112-4C83-BF95-4B8BE598DD1C}" dt="2026-08-07T00:06:33.497" v="452" actId="20577"/>
          <ac:spMkLst>
            <pc:docMk/>
            <pc:sldMk cId="3239896720" sldId="264"/>
            <ac:spMk id="36" creationId="{085E547D-3B6F-94F7-8220-2C028E5D3660}"/>
          </ac:spMkLst>
        </pc:spChg>
        <pc:spChg chg="mod">
          <ac:chgData name="Angélica Paola González Lozada" userId="cfe51df1-1916-472b-941e-886e16f794e8" providerId="ADAL" clId="{E77C8C42-7112-4C83-BF95-4B8BE598DD1C}" dt="2026-08-07T00:08:07.806" v="458" actId="20577"/>
          <ac:spMkLst>
            <pc:docMk/>
            <pc:sldMk cId="3239896720" sldId="264"/>
            <ac:spMk id="38" creationId="{118324F9-5620-E791-CA9D-27727A823396}"/>
          </ac:spMkLst>
        </pc:spChg>
        <pc:spChg chg="mod">
          <ac:chgData name="Angélica Paola González Lozada" userId="cfe51df1-1916-472b-941e-886e16f794e8" providerId="ADAL" clId="{E77C8C42-7112-4C83-BF95-4B8BE598DD1C}" dt="2026-08-07T00:03:56.110" v="399" actId="20577"/>
          <ac:spMkLst>
            <pc:docMk/>
            <pc:sldMk cId="3239896720" sldId="264"/>
            <ac:spMk id="44" creationId="{15BD1C2B-35E5-5EDF-8F50-377B9219CA54}"/>
          </ac:spMkLst>
        </pc:spChg>
        <pc:spChg chg="mod">
          <ac:chgData name="Angélica Paola González Lozada" userId="cfe51df1-1916-472b-941e-886e16f794e8" providerId="ADAL" clId="{E77C8C42-7112-4C83-BF95-4B8BE598DD1C}" dt="2026-08-07T00:03:51.265" v="395" actId="20577"/>
          <ac:spMkLst>
            <pc:docMk/>
            <pc:sldMk cId="3239896720" sldId="264"/>
            <ac:spMk id="50" creationId="{CD343DDE-6691-C5FD-A951-D50EF19C0247}"/>
          </ac:spMkLst>
        </pc:spChg>
        <pc:spChg chg="mod">
          <ac:chgData name="Angélica Paola González Lozada" userId="cfe51df1-1916-472b-941e-886e16f794e8" providerId="ADAL" clId="{E77C8C42-7112-4C83-BF95-4B8BE598DD1C}" dt="2026-08-07T00:09:04.396" v="473" actId="20577"/>
          <ac:spMkLst>
            <pc:docMk/>
            <pc:sldMk cId="3239896720" sldId="264"/>
            <ac:spMk id="55" creationId="{7661D73E-33F7-E9B4-70F5-59817E4C7BB5}"/>
          </ac:spMkLst>
        </pc:spChg>
        <pc:spChg chg="mod">
          <ac:chgData name="Angélica Paola González Lozada" userId="cfe51df1-1916-472b-941e-886e16f794e8" providerId="ADAL" clId="{E77C8C42-7112-4C83-BF95-4B8BE598DD1C}" dt="2026-08-07T00:12:04.608" v="493" actId="20577"/>
          <ac:spMkLst>
            <pc:docMk/>
            <pc:sldMk cId="3239896720" sldId="264"/>
            <ac:spMk id="56" creationId="{C82847EC-5415-2E1D-4C15-4FE47C6A93C8}"/>
          </ac:spMkLst>
        </pc:spChg>
        <pc:spChg chg="mod">
          <ac:chgData name="Angélica Paola González Lozada" userId="cfe51df1-1916-472b-941e-886e16f794e8" providerId="ADAL" clId="{E77C8C42-7112-4C83-BF95-4B8BE598DD1C}" dt="2026-08-07T00:09:20.585" v="481" actId="20577"/>
          <ac:spMkLst>
            <pc:docMk/>
            <pc:sldMk cId="3239896720" sldId="264"/>
            <ac:spMk id="59" creationId="{50E463CC-5EA0-6FCF-ADE4-768190A3FA94}"/>
          </ac:spMkLst>
        </pc:spChg>
        <pc:spChg chg="mod">
          <ac:chgData name="Angélica Paola González Lozada" userId="cfe51df1-1916-472b-941e-886e16f794e8" providerId="ADAL" clId="{E77C8C42-7112-4C83-BF95-4B8BE598DD1C}" dt="2026-08-07T00:05:48.935" v="435" actId="20577"/>
          <ac:spMkLst>
            <pc:docMk/>
            <pc:sldMk cId="3239896720" sldId="264"/>
            <ac:spMk id="66" creationId="{4B7A417C-812A-D3B6-890B-8C7EC1F9C080}"/>
          </ac:spMkLst>
        </pc:spChg>
        <pc:spChg chg="mod">
          <ac:chgData name="Angélica Paola González Lozada" userId="cfe51df1-1916-472b-941e-886e16f794e8" providerId="ADAL" clId="{E77C8C42-7112-4C83-BF95-4B8BE598DD1C}" dt="2026-08-07T00:05:42.699" v="432" actId="20577"/>
          <ac:spMkLst>
            <pc:docMk/>
            <pc:sldMk cId="3239896720" sldId="264"/>
            <ac:spMk id="72" creationId="{8653CC40-41BD-9ADB-ECDB-87605509EBFF}"/>
          </ac:spMkLst>
        </pc:spChg>
        <pc:spChg chg="mod">
          <ac:chgData name="Angélica Paola González Lozada" userId="cfe51df1-1916-472b-941e-886e16f794e8" providerId="ADAL" clId="{E77C8C42-7112-4C83-BF95-4B8BE598DD1C}" dt="2026-08-07T00:05:35.390" v="430" actId="20577"/>
          <ac:spMkLst>
            <pc:docMk/>
            <pc:sldMk cId="3239896720" sldId="264"/>
            <ac:spMk id="78" creationId="{900F7C47-1428-5D7F-7A62-D4B22F0D211E}"/>
          </ac:spMkLst>
        </pc:spChg>
        <pc:spChg chg="mod">
          <ac:chgData name="Angélica Paola González Lozada" userId="cfe51df1-1916-472b-941e-886e16f794e8" providerId="ADAL" clId="{E77C8C42-7112-4C83-BF95-4B8BE598DD1C}" dt="2026-08-07T00:16:01.821" v="501" actId="20577"/>
          <ac:spMkLst>
            <pc:docMk/>
            <pc:sldMk cId="3239896720" sldId="264"/>
            <ac:spMk id="83" creationId="{6DF52AFB-9DE2-BBB4-C145-E530BC93DC31}"/>
          </ac:spMkLst>
        </pc:spChg>
        <pc:spChg chg="mod">
          <ac:chgData name="Angélica Paola González Lozada" userId="cfe51df1-1916-472b-941e-886e16f794e8" providerId="ADAL" clId="{E77C8C42-7112-4C83-BF95-4B8BE598DD1C}" dt="2026-07-27T18:58:59.685" v="212" actId="1076"/>
          <ac:spMkLst>
            <pc:docMk/>
            <pc:sldMk cId="3239896720" sldId="264"/>
            <ac:spMk id="88" creationId="{967A67A1-6FDA-D49A-5C7B-CD221E7EAB47}"/>
          </ac:spMkLst>
        </pc:spChg>
        <pc:spChg chg="mod">
          <ac:chgData name="Angélica Paola González Lozada" userId="cfe51df1-1916-472b-941e-886e16f794e8" providerId="ADAL" clId="{E77C8C42-7112-4C83-BF95-4B8BE598DD1C}" dt="2026-08-07T00:08:50.796" v="464" actId="20577"/>
          <ac:spMkLst>
            <pc:docMk/>
            <pc:sldMk cId="3239896720" sldId="264"/>
            <ac:spMk id="90" creationId="{37B9C042-E0F9-16ED-85B2-64F6ADADB377}"/>
          </ac:spMkLst>
        </pc:spChg>
        <pc:spChg chg="mod">
          <ac:chgData name="Angélica Paola González Lozada" userId="cfe51df1-1916-472b-941e-886e16f794e8" providerId="ADAL" clId="{E77C8C42-7112-4C83-BF95-4B8BE598DD1C}" dt="2026-08-07T00:08:45.314" v="461" actId="20577"/>
          <ac:spMkLst>
            <pc:docMk/>
            <pc:sldMk cId="3239896720" sldId="264"/>
            <ac:spMk id="96" creationId="{8A025268-8BB0-16E6-137B-8B748E188EE0}"/>
          </ac:spMkLst>
        </pc:spChg>
        <pc:spChg chg="mod">
          <ac:chgData name="Angélica Paola González Lozada" userId="cfe51df1-1916-472b-941e-886e16f794e8" providerId="ADAL" clId="{E77C8C42-7112-4C83-BF95-4B8BE598DD1C}" dt="2026-08-07T00:08:41.047" v="459" actId="20577"/>
          <ac:spMkLst>
            <pc:docMk/>
            <pc:sldMk cId="3239896720" sldId="264"/>
            <ac:spMk id="102" creationId="{F723CA28-A698-2AD4-63FC-1401DA9A3930}"/>
          </ac:spMkLst>
        </pc:spChg>
        <pc:spChg chg="mod">
          <ac:chgData name="Angélica Paola González Lozada" userId="cfe51df1-1916-472b-941e-886e16f794e8" providerId="ADAL" clId="{E77C8C42-7112-4C83-BF95-4B8BE598DD1C}" dt="2026-08-07T00:16:44.503" v="509" actId="20577"/>
          <ac:spMkLst>
            <pc:docMk/>
            <pc:sldMk cId="3239896720" sldId="264"/>
            <ac:spMk id="107" creationId="{DBEE7D30-D374-1AA8-A2D5-775D84BF6192}"/>
          </ac:spMkLst>
        </pc:spChg>
        <pc:spChg chg="mod">
          <ac:chgData name="Angélica Paola González Lozada" userId="cfe51df1-1916-472b-941e-886e16f794e8" providerId="ADAL" clId="{E77C8C42-7112-4C83-BF95-4B8BE598DD1C}" dt="2026-08-07T00:09:32.346" v="486" actId="20577"/>
          <ac:spMkLst>
            <pc:docMk/>
            <pc:sldMk cId="3239896720" sldId="264"/>
            <ac:spMk id="111" creationId="{1CF30C01-19C0-2367-B2B1-642AE5D32083}"/>
          </ac:spMkLst>
        </pc:spChg>
      </pc:sldChg>
      <pc:sldChg chg="modSp add mod">
        <pc:chgData name="Angélica Paola González Lozada" userId="cfe51df1-1916-472b-941e-886e16f794e8" providerId="ADAL" clId="{E77C8C42-7112-4C83-BF95-4B8BE598DD1C}" dt="2026-08-07T00:00:27.664" v="373" actId="20577"/>
        <pc:sldMkLst>
          <pc:docMk/>
          <pc:sldMk cId="873227263" sldId="274"/>
        </pc:sldMkLst>
        <pc:spChg chg="mod">
          <ac:chgData name="Angélica Paola González Lozada" userId="cfe51df1-1916-472b-941e-886e16f794e8" providerId="ADAL" clId="{E77C8C42-7112-4C83-BF95-4B8BE598DD1C}" dt="2026-08-06T23:59:48.399" v="369" actId="20577"/>
          <ac:spMkLst>
            <pc:docMk/>
            <pc:sldMk cId="873227263" sldId="274"/>
            <ac:spMk id="2" creationId="{012EAC70-577F-2DE1-F41A-64B903506D5D}"/>
          </ac:spMkLst>
        </pc:spChg>
        <pc:graphicFrameChg chg="mod modGraphic">
          <ac:chgData name="Angélica Paola González Lozada" userId="cfe51df1-1916-472b-941e-886e16f794e8" providerId="ADAL" clId="{E77C8C42-7112-4C83-BF95-4B8BE598DD1C}" dt="2026-08-07T00:00:27.664" v="373" actId="20577"/>
          <ac:graphicFrameMkLst>
            <pc:docMk/>
            <pc:sldMk cId="873227263" sldId="274"/>
            <ac:graphicFrameMk id="6" creationId="{3298929A-30A0-623A-D311-8AA2B0822AE9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5701E-8200-43F3-81BF-F68D62ADA2D6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8336-1E55-4211-94DC-E0BD40DD9A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52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F5D0-6976-518B-E0E8-DDC1843F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B932BD-FC6D-21F4-99E1-8989FDF7D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821247-BDEF-1E94-97B2-80D33A9AF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6D9575-1ED1-5AE2-E6D3-C4483B247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8336-1E55-4211-94DC-E0BD40DD9AE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269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C485187-4273-9533-9806-04FCBCCD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504EC4C1-EA42-14AF-1B3D-20F1E4CD6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2EA5789-9C11-3AF3-158D-45386F8B7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4C3874D7-302E-9018-9923-DC96AF8AC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9774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91BAE-07AF-4586-010F-BB2F255FB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6B20F0-B3E8-B868-5188-EC083AF65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505548-98EB-BFF8-2C2D-001E417F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93607-AF71-5EA2-BEA9-ABC1B2F90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8086-D12C-586B-761A-81061A24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034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12115-EACD-D8AF-614D-37AFC1C2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3A51B8-5293-0382-D93B-BB2581EB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C97A2F-3744-2E0D-459E-1AE0F214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5C369-0904-E28C-2D5A-39BE6125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629BB4-F9CF-F712-CB62-76AADE5A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188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4BBC1-D943-7A7F-12B2-CDFE5939B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D49825-8A95-F622-2A95-E07DDFCD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AED1E4-D1AE-B83C-BDA0-18860D5C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DB5E2-F1C6-7EAB-EA1D-2A720320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6A344F-4805-47D5-6D46-0404F830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64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A7E60-EBF8-6761-0C17-E8000F1C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B4B84-5F9D-D4DE-B198-118B9333E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944481-3F12-0636-07C6-B618D9C03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D1A060-B81B-15A9-27E9-F0FE11C84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996B23-C789-7312-0F31-891059A2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3B0E03-804D-15E2-9ED4-855A6FC4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03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ED188-6C54-709C-AB14-97D6FFC5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E04A9B-D2C9-F793-D1F8-FFA330A3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5E8540-ABCC-1207-2958-D5892F7CF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3A5AC3-0913-569A-EA16-B8CD29606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A68EB7-A592-6AB1-0BCF-4B3A0BFC5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99CF3F-6F80-727E-71C0-6BF72B43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B540E5-9EF0-7EA7-2319-1DA73880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D58617-257E-951C-47ED-13C847C4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692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9DA23-A25C-30A7-08C2-45BAEDFC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D14C7C-A547-F056-7594-BD9E3B86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369995-1BE9-737B-0C6A-BABF8C3F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7597FD-4104-0555-11EE-6B1B2E40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817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A60AB1-0369-295A-681D-37DA4109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D10AB5-A14F-2731-48B4-8E6600E5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33089A-52E9-5FD6-F0D8-289C1540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550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A2907-0214-7D30-4B5B-D2B5065D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CA89F3-5974-71C0-BE4D-2AC65E360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4228ED-801F-0E69-D41B-94EB4292F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5B40DB-B665-B6F2-8DC5-F31FA8E9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D199E4-5064-6C8B-7182-905990F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DE1787-916A-D508-674F-9DB43080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628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9BDD7-A0EC-5E82-86F8-F7BE0A6E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17CD7D-4A97-7B7E-D5B2-4C3C1F976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EBD558-F9CD-F731-CFFE-35AED86D7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F65697-C4CD-8027-176D-7EE856AB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7DE143-DFC2-DAC3-B79C-5FB726E4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57A5B5-0CE9-EB4C-F7FB-FF2C6610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875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A2377-5CE1-9297-E3B9-7837B803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D384B-B909-BDF2-7E07-767F0FCB5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A6B23F-8D8C-2559-2960-E4849C3C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52B4E6-1039-B7C3-E10D-70C75E5D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95A68F-823B-75DF-AB82-C8D0D5C4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935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98F0D8-F076-87F3-0C5E-8DFAA9CFF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A9D182-1C69-F2B2-23B5-D046A91E7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823AF3-3289-DD15-C4B2-7A074370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6FD84A-2E97-91FE-41B3-15102F80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8E7487-C21C-BA13-A5E7-C427D952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76445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A98EED6-31D7-1590-2B13-8F9752AD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6C915-93BF-A7F7-8D2E-60AE96A9C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B972D2-F087-864D-7355-05A4148B6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A9CF9-FD86-B7ED-9328-24633E52E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19997E-C833-34B5-459A-AF91CFCD0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669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E491-B035-91C2-0987-C43DA66B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exto&#10;&#10;Descripción generada automáticamente">
            <a:extLst>
              <a:ext uri="{FF2B5EF4-FFF2-40B4-BE49-F238E27FC236}">
                <a16:creationId xmlns:a16="http://schemas.microsoft.com/office/drawing/2014/main" id="{BAC1F75B-EE10-07CC-8263-C9769B4EF553}"/>
              </a:ext>
            </a:extLst>
          </p:cNvPr>
          <p:cNvPicPr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0FC1A18A-CBB8-B98E-0009-21A243E08D9A}"/>
              </a:ext>
            </a:extLst>
          </p:cNvPr>
          <p:cNvPicPr/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17">
            <a:extLst>
              <a:ext uri="{FF2B5EF4-FFF2-40B4-BE49-F238E27FC236}">
                <a16:creationId xmlns:a16="http://schemas.microsoft.com/office/drawing/2014/main" id="{667DEB00-D8BC-6E0C-A4CA-9EA2320642EC}"/>
              </a:ext>
            </a:extLst>
          </p:cNvPr>
          <p:cNvSpPr txBox="1"/>
          <p:nvPr/>
        </p:nvSpPr>
        <p:spPr>
          <a:xfrm>
            <a:off x="0" y="1439651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t>Consultas (572 de 588 reportaron el ultimo mes)</a:t>
            </a:r>
          </a:p>
        </p:txBody>
      </p:sp>
      <p:sp>
        <p:nvSpPr>
          <p:cNvPr id="10" name="fecha">
            <a:extLst>
              <a:ext uri="{FF2B5EF4-FFF2-40B4-BE49-F238E27FC236}">
                <a16:creationId xmlns:a16="http://schemas.microsoft.com/office/drawing/2014/main" id="{0D026481-4814-E5DA-13EA-C7EBF262F6E0}"/>
              </a:ext>
            </a:extLst>
          </p:cNvPr>
          <p:cNvSpPr txBox="1">
            <a:spLocks/>
          </p:cNvSpPr>
          <p:nvPr/>
        </p:nvSpPr>
        <p:spPr>
          <a:xfrm>
            <a:off x="95143" y="597698"/>
            <a:ext cx="4857750" cy="3222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MX" sz="1800" b="1" kern="1200" dirty="0">
                <a:solidFill>
                  <a:srgbClr val="37415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t>Fecha de corte: 12 de agosto, 2026.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186E171-C4D1-1BC7-E7F4-D3EB799338BA}"/>
              </a:ext>
            </a:extLst>
          </p:cNvPr>
          <p:cNvCxnSpPr>
            <a:cxnSpLocks/>
          </p:cNvCxnSpPr>
          <p:nvPr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6757F6F5-04D2-6ACD-5DBE-6D051C4C2B47}"/>
              </a:ext>
            </a:extLst>
          </p:cNvPr>
          <p:cNvSpPr txBox="1">
            <a:spLocks/>
          </p:cNvSpPr>
          <p:nvPr/>
        </p:nvSpPr>
        <p:spPr>
          <a:xfrm>
            <a:off x="10881" y="9490"/>
            <a:ext cx="8715673" cy="910502"/>
          </a:xfrm>
          <a:prstGeom prst="rect">
            <a:avLst/>
          </a:prstGeo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sz="2800" dirty="0"/>
              <a:t>Informe hospitales – Transición al Sistema ECE</a:t>
            </a:r>
            <a:endParaRPr lang="es-MX" sz="28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E22F31-B8B1-35AC-DEC3-60B751173B5A}"/>
              </a:ext>
            </a:extLst>
          </p:cNvPr>
          <p:cNvSpPr/>
          <p:nvPr/>
        </p:nvSpPr>
        <p:spPr>
          <a:xfrm>
            <a:off x="0" y="1770483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19" name="CuadroTexto 17">
            <a:extLst>
              <a:ext uri="{FF2B5EF4-FFF2-40B4-BE49-F238E27FC236}">
                <a16:creationId xmlns:a16="http://schemas.microsoft.com/office/drawing/2014/main" id="{876B6B33-EFED-BD14-E6B8-055C3DA53F3F}"/>
              </a:ext>
            </a:extLst>
          </p:cNvPr>
          <p:cNvSpPr txBox="1"/>
          <p:nvPr/>
        </p:nvSpPr>
        <p:spPr>
          <a:xfrm>
            <a:off x="10882" y="3279337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Procedimientos Quirurgicos (474 de 537)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95156F8-B8A8-3AE3-D615-00B534C5191E}"/>
              </a:ext>
            </a:extLst>
          </p:cNvPr>
          <p:cNvSpPr/>
          <p:nvPr/>
        </p:nvSpPr>
        <p:spPr>
          <a:xfrm>
            <a:off x="10882" y="3610169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27" name="CuadroTexto 17">
            <a:extLst>
              <a:ext uri="{FF2B5EF4-FFF2-40B4-BE49-F238E27FC236}">
                <a16:creationId xmlns:a16="http://schemas.microsoft.com/office/drawing/2014/main" id="{7906E1BF-17CD-97F5-B014-AE236A24799D}"/>
              </a:ext>
            </a:extLst>
          </p:cNvPr>
          <p:cNvSpPr txBox="1"/>
          <p:nvPr/>
        </p:nvSpPr>
        <p:spPr>
          <a:xfrm>
            <a:off x="10882" y="5097250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Egresos Hospitalarios (539 de 585)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8DF88EB-389A-7F1D-F1E1-0297518EEE8F}"/>
              </a:ext>
            </a:extLst>
          </p:cNvPr>
          <p:cNvSpPr/>
          <p:nvPr/>
        </p:nvSpPr>
        <p:spPr>
          <a:xfrm>
            <a:off x="10882" y="5428082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grpSp>
        <p:nvGrpSpPr>
          <p:cNvPr id="30" name="arriba 1">
            <a:extLst>
              <a:ext uri="{FF2B5EF4-FFF2-40B4-BE49-F238E27FC236}">
                <a16:creationId xmlns:a16="http://schemas.microsoft.com/office/drawing/2014/main" id="{2F7B0A9D-77B0-1B46-6D13-18DE5D16716E}"/>
              </a:ext>
            </a:extLst>
          </p:cNvPr>
          <p:cNvGrpSpPr/>
          <p:nvPr/>
        </p:nvGrpSpPr>
        <p:grpSpPr>
          <a:xfrm>
            <a:off x="5307159" y="2169041"/>
            <a:ext cx="2448184" cy="1164770"/>
            <a:chOff x="88187" y="2048399"/>
            <a:chExt cx="2340000" cy="1713599"/>
          </a:xfrm>
        </p:grpSpPr>
        <p:sp>
          <p:nvSpPr>
            <p:cNvPr id="31" name="rc3">
              <a:extLst>
                <a:ext uri="{FF2B5EF4-FFF2-40B4-BE49-F238E27FC236}">
                  <a16:creationId xmlns:a16="http://schemas.microsoft.com/office/drawing/2014/main" id="{7B05DD93-9D9E-C0FD-1B5C-0F914CBE866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4">
              <a:extLst>
                <a:ext uri="{FF2B5EF4-FFF2-40B4-BE49-F238E27FC236}">
                  <a16:creationId xmlns:a16="http://schemas.microsoft.com/office/drawing/2014/main" id="{9988402B-1BA4-3F04-B11C-7FE28DFDD2F5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5">
              <a:extLst>
                <a:ext uri="{FF2B5EF4-FFF2-40B4-BE49-F238E27FC236}">
                  <a16:creationId xmlns:a16="http://schemas.microsoft.com/office/drawing/2014/main" id="{61491E04-309E-C468-F928-CC33C8A1F166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D41111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tx6">
              <a:extLst>
                <a:ext uri="{FF2B5EF4-FFF2-40B4-BE49-F238E27FC236}">
                  <a16:creationId xmlns:a16="http://schemas.microsoft.com/office/drawing/2014/main" id="{17E858CD-4A6A-36CB-01FB-ECA29D56D397}"/>
                </a:ext>
              </a:extLst>
            </p:cNvPr>
            <p:cNvSpPr/>
            <p:nvPr/>
          </p:nvSpPr>
          <p:spPr>
            <a:xfrm>
              <a:off x="376843" y="2286895"/>
              <a:ext cx="1741383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t>495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35" name="tx7">
              <a:extLst>
                <a:ext uri="{FF2B5EF4-FFF2-40B4-BE49-F238E27FC236}">
                  <a16:creationId xmlns:a16="http://schemas.microsoft.com/office/drawing/2014/main" id="{DC5BE065-E32A-C7E4-6AFA-612C4FF6D22E}"/>
                </a:ext>
              </a:extLst>
            </p:cNvPr>
            <p:cNvSpPr/>
            <p:nvPr/>
          </p:nvSpPr>
          <p:spPr>
            <a:xfrm>
              <a:off x="261117" y="2828666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40" name="arriba 1">
            <a:extLst>
              <a:ext uri="{FF2B5EF4-FFF2-40B4-BE49-F238E27FC236}">
                <a16:creationId xmlns:a16="http://schemas.microsoft.com/office/drawing/2014/main" id="{7D4A47A8-6CF8-B941-B052-9C4DC5BC55AA}"/>
              </a:ext>
            </a:extLst>
          </p:cNvPr>
          <p:cNvGrpSpPr/>
          <p:nvPr/>
        </p:nvGrpSpPr>
        <p:grpSpPr>
          <a:xfrm>
            <a:off x="2707579" y="2156132"/>
            <a:ext cx="2448184" cy="1164770"/>
            <a:chOff x="88187" y="2048399"/>
            <a:chExt cx="2340000" cy="1713599"/>
          </a:xfrm>
        </p:grpSpPr>
        <p:sp>
          <p:nvSpPr>
            <p:cNvPr id="41" name="rc3">
              <a:extLst>
                <a:ext uri="{FF2B5EF4-FFF2-40B4-BE49-F238E27FC236}">
                  <a16:creationId xmlns:a16="http://schemas.microsoft.com/office/drawing/2014/main" id="{AD2D450C-CE5F-3322-288F-027BD7536DD2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g4">
              <a:extLst>
                <a:ext uri="{FF2B5EF4-FFF2-40B4-BE49-F238E27FC236}">
                  <a16:creationId xmlns:a16="http://schemas.microsoft.com/office/drawing/2014/main" id="{9FE5DB85-8261-327B-9EC6-7930EC2BE775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5">
              <a:extLst>
                <a:ext uri="{FF2B5EF4-FFF2-40B4-BE49-F238E27FC236}">
                  <a16:creationId xmlns:a16="http://schemas.microsoft.com/office/drawing/2014/main" id="{F721C20E-0DDB-FD88-0D16-392233BA74F1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F1D54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" name="tx6">
              <a:extLst>
                <a:ext uri="{FF2B5EF4-FFF2-40B4-BE49-F238E27FC236}">
                  <a16:creationId xmlns:a16="http://schemas.microsoft.com/office/drawing/2014/main" id="{15BD1C2B-35E5-5EDF-8F50-377B9219CA54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69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45" name="tx7">
              <a:extLst>
                <a:ext uri="{FF2B5EF4-FFF2-40B4-BE49-F238E27FC236}">
                  <a16:creationId xmlns:a16="http://schemas.microsoft.com/office/drawing/2014/main" id="{FD72F52F-AAC2-B927-04C3-9906BE5DF0AA}"/>
                </a:ext>
              </a:extLst>
            </p:cNvPr>
            <p:cNvSpPr/>
            <p:nvPr/>
          </p:nvSpPr>
          <p:spPr>
            <a:xfrm>
              <a:off x="261117" y="2898702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46" name="arriba 1">
            <a:extLst>
              <a:ext uri="{FF2B5EF4-FFF2-40B4-BE49-F238E27FC236}">
                <a16:creationId xmlns:a16="http://schemas.microsoft.com/office/drawing/2014/main" id="{01AE464E-D396-ABA5-4FBF-A6EA269AEA07}"/>
              </a:ext>
            </a:extLst>
          </p:cNvPr>
          <p:cNvGrpSpPr/>
          <p:nvPr/>
        </p:nvGrpSpPr>
        <p:grpSpPr>
          <a:xfrm>
            <a:off x="107999" y="2156132"/>
            <a:ext cx="2448184" cy="1164770"/>
            <a:chOff x="88187" y="2048399"/>
            <a:chExt cx="2340000" cy="1713599"/>
          </a:xfrm>
        </p:grpSpPr>
        <p:sp>
          <p:nvSpPr>
            <p:cNvPr id="47" name="rc3">
              <a:extLst>
                <a:ext uri="{FF2B5EF4-FFF2-40B4-BE49-F238E27FC236}">
                  <a16:creationId xmlns:a16="http://schemas.microsoft.com/office/drawing/2014/main" id="{DB772DEA-D165-8815-41D8-5952180F2D00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4">
              <a:extLst>
                <a:ext uri="{FF2B5EF4-FFF2-40B4-BE49-F238E27FC236}">
                  <a16:creationId xmlns:a16="http://schemas.microsoft.com/office/drawing/2014/main" id="{08F64CEA-D65D-AF85-92E4-C7F5D14A4B6F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5">
              <a:extLst>
                <a:ext uri="{FF2B5EF4-FFF2-40B4-BE49-F238E27FC236}">
                  <a16:creationId xmlns:a16="http://schemas.microsoft.com/office/drawing/2014/main" id="{447EF5A0-ACCE-7973-5C65-5C2CF0286F75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00B05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tx6">
              <a:extLst>
                <a:ext uri="{FF2B5EF4-FFF2-40B4-BE49-F238E27FC236}">
                  <a16:creationId xmlns:a16="http://schemas.microsoft.com/office/drawing/2014/main" id="{CD343DDE-6691-C5FD-A951-D50EF19C0247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8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51" name="tx7">
              <a:extLst>
                <a:ext uri="{FF2B5EF4-FFF2-40B4-BE49-F238E27FC236}">
                  <a16:creationId xmlns:a16="http://schemas.microsoft.com/office/drawing/2014/main" id="{1766369F-C473-988F-C241-55B6C6BE1FE9}"/>
                </a:ext>
              </a:extLst>
            </p:cNvPr>
            <p:cNvSpPr/>
            <p:nvPr/>
          </p:nvSpPr>
          <p:spPr>
            <a:xfrm>
              <a:off x="249895" y="2986772"/>
              <a:ext cx="1994138" cy="3623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52" name="arriba 1">
            <a:extLst>
              <a:ext uri="{FF2B5EF4-FFF2-40B4-BE49-F238E27FC236}">
                <a16:creationId xmlns:a16="http://schemas.microsoft.com/office/drawing/2014/main" id="{072A0E6C-862F-EA8F-1CFE-EA6537D0CC2A}"/>
              </a:ext>
            </a:extLst>
          </p:cNvPr>
          <p:cNvGrpSpPr/>
          <p:nvPr/>
        </p:nvGrpSpPr>
        <p:grpSpPr>
          <a:xfrm>
            <a:off x="8066314" y="2131730"/>
            <a:ext cx="3846314" cy="1202062"/>
            <a:chOff x="88187" y="2048399"/>
            <a:chExt cx="2340000" cy="1713599"/>
          </a:xfrm>
        </p:grpSpPr>
        <p:sp>
          <p:nvSpPr>
            <p:cNvPr id="53" name="rc3">
              <a:extLst>
                <a:ext uri="{FF2B5EF4-FFF2-40B4-BE49-F238E27FC236}">
                  <a16:creationId xmlns:a16="http://schemas.microsoft.com/office/drawing/2014/main" id="{557C9172-D2E5-6589-610D-6D82AE180AD6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4">
              <a:extLst>
                <a:ext uri="{FF2B5EF4-FFF2-40B4-BE49-F238E27FC236}">
                  <a16:creationId xmlns:a16="http://schemas.microsoft.com/office/drawing/2014/main" id="{A66540D1-60BF-85CB-5D35-76B459E7FAF7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x6">
              <a:extLst>
                <a:ext uri="{FF2B5EF4-FFF2-40B4-BE49-F238E27FC236}">
                  <a16:creationId xmlns:a16="http://schemas.microsoft.com/office/drawing/2014/main" id="{C82847EC-5415-2E1D-4C15-4FE47C6A93C8}"/>
                </a:ext>
              </a:extLst>
            </p:cNvPr>
            <p:cNvSpPr/>
            <p:nvPr/>
          </p:nvSpPr>
          <p:spPr>
            <a:xfrm>
              <a:off x="124088" y="2118191"/>
              <a:ext cx="2224627" cy="1542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ECE: 233,974 consultas
SINBA: 6,287,971 consultas
Total: 6,388,333 (sin duplicados)</a:t>
              </a:r>
            </a:p>
          </p:txBody>
        </p:sp>
        <p:sp>
          <p:nvSpPr>
            <p:cNvPr id="57" name="tx7">
              <a:extLst>
                <a:ext uri="{FF2B5EF4-FFF2-40B4-BE49-F238E27FC236}">
                  <a16:creationId xmlns:a16="http://schemas.microsoft.com/office/drawing/2014/main" id="{5A7BFBA4-4A36-6990-904A-7ED450E2FFD6}"/>
                </a:ext>
              </a:extLst>
            </p:cNvPr>
            <p:cNvSpPr/>
            <p:nvPr/>
          </p:nvSpPr>
          <p:spPr>
            <a:xfrm>
              <a:off x="251987" y="2955391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29FA3E8-D268-CE96-324D-DDB61AFC78DB}"/>
              </a:ext>
            </a:extLst>
          </p:cNvPr>
          <p:cNvCxnSpPr>
            <a:cxnSpLocks/>
          </p:cNvCxnSpPr>
          <p:nvPr/>
        </p:nvCxnSpPr>
        <p:spPr>
          <a:xfrm>
            <a:off x="8104775" y="2960919"/>
            <a:ext cx="3769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arriba 1">
            <a:extLst>
              <a:ext uri="{FF2B5EF4-FFF2-40B4-BE49-F238E27FC236}">
                <a16:creationId xmlns:a16="http://schemas.microsoft.com/office/drawing/2014/main" id="{8479ED00-A477-3238-F9ED-A621562CC8C1}"/>
              </a:ext>
            </a:extLst>
          </p:cNvPr>
          <p:cNvGrpSpPr/>
          <p:nvPr/>
        </p:nvGrpSpPr>
        <p:grpSpPr>
          <a:xfrm>
            <a:off x="5292150" y="3876318"/>
            <a:ext cx="2448184" cy="1164770"/>
            <a:chOff x="88187" y="2048399"/>
            <a:chExt cx="2340000" cy="1713599"/>
          </a:xfrm>
        </p:grpSpPr>
        <p:sp>
          <p:nvSpPr>
            <p:cNvPr id="63" name="rc3">
              <a:extLst>
                <a:ext uri="{FF2B5EF4-FFF2-40B4-BE49-F238E27FC236}">
                  <a16:creationId xmlns:a16="http://schemas.microsoft.com/office/drawing/2014/main" id="{B5C85E24-3B96-F279-2075-D0597FF3318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4">
              <a:extLst>
                <a:ext uri="{FF2B5EF4-FFF2-40B4-BE49-F238E27FC236}">
                  <a16:creationId xmlns:a16="http://schemas.microsoft.com/office/drawing/2014/main" id="{B68777FE-1B65-9060-394B-5AF8ED998E75}"/>
                </a:ext>
              </a:extLst>
            </p:cNvPr>
            <p:cNvSpPr/>
            <p:nvPr/>
          </p:nvSpPr>
          <p:spPr>
            <a:xfrm>
              <a:off x="111586" y="2065534"/>
              <a:ext cx="2293200" cy="1679327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5">
              <a:extLst>
                <a:ext uri="{FF2B5EF4-FFF2-40B4-BE49-F238E27FC236}">
                  <a16:creationId xmlns:a16="http://schemas.microsoft.com/office/drawing/2014/main" id="{6CD4A87A-87B4-100C-0EAF-8FE75A9A5655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D41111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" name="tx6">
              <a:extLst>
                <a:ext uri="{FF2B5EF4-FFF2-40B4-BE49-F238E27FC236}">
                  <a16:creationId xmlns:a16="http://schemas.microsoft.com/office/drawing/2014/main" id="{4B7A417C-812A-D3B6-890B-8C7EC1F9C080}"/>
                </a:ext>
              </a:extLst>
            </p:cNvPr>
            <p:cNvSpPr/>
            <p:nvPr/>
          </p:nvSpPr>
          <p:spPr>
            <a:xfrm>
              <a:off x="376843" y="2286895"/>
              <a:ext cx="1741383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t>426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67" name="tx7">
              <a:extLst>
                <a:ext uri="{FF2B5EF4-FFF2-40B4-BE49-F238E27FC236}">
                  <a16:creationId xmlns:a16="http://schemas.microsoft.com/office/drawing/2014/main" id="{85CA49BE-C867-A4DD-0222-2D41D36DD4E2}"/>
                </a:ext>
              </a:extLst>
            </p:cNvPr>
            <p:cNvSpPr/>
            <p:nvPr/>
          </p:nvSpPr>
          <p:spPr>
            <a:xfrm>
              <a:off x="251987" y="2827268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68" name="arriba 1">
            <a:extLst>
              <a:ext uri="{FF2B5EF4-FFF2-40B4-BE49-F238E27FC236}">
                <a16:creationId xmlns:a16="http://schemas.microsoft.com/office/drawing/2014/main" id="{AF57C8B3-F231-0C0B-54F9-63B041907BB9}"/>
              </a:ext>
            </a:extLst>
          </p:cNvPr>
          <p:cNvGrpSpPr/>
          <p:nvPr/>
        </p:nvGrpSpPr>
        <p:grpSpPr>
          <a:xfrm>
            <a:off x="2692570" y="3863409"/>
            <a:ext cx="2448184" cy="1164770"/>
            <a:chOff x="88187" y="2048399"/>
            <a:chExt cx="2340000" cy="1713599"/>
          </a:xfrm>
        </p:grpSpPr>
        <p:sp>
          <p:nvSpPr>
            <p:cNvPr id="69" name="rc3">
              <a:extLst>
                <a:ext uri="{FF2B5EF4-FFF2-40B4-BE49-F238E27FC236}">
                  <a16:creationId xmlns:a16="http://schemas.microsoft.com/office/drawing/2014/main" id="{A0B1A2B4-3950-5793-0D9F-7A614E0E61D9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4">
              <a:extLst>
                <a:ext uri="{FF2B5EF4-FFF2-40B4-BE49-F238E27FC236}">
                  <a16:creationId xmlns:a16="http://schemas.microsoft.com/office/drawing/2014/main" id="{DE223A34-BF86-0DD7-6DBD-6F50BACFFF0E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5">
              <a:extLst>
                <a:ext uri="{FF2B5EF4-FFF2-40B4-BE49-F238E27FC236}">
                  <a16:creationId xmlns:a16="http://schemas.microsoft.com/office/drawing/2014/main" id="{EC6B0D7B-C3EA-8312-1F79-CE8DDF58CEDC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F1D54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2" name="tx6">
              <a:extLst>
                <a:ext uri="{FF2B5EF4-FFF2-40B4-BE49-F238E27FC236}">
                  <a16:creationId xmlns:a16="http://schemas.microsoft.com/office/drawing/2014/main" id="{8653CC40-41BD-9ADB-ECDB-87605509EBFF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t>39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73" name="tx7">
              <a:extLst>
                <a:ext uri="{FF2B5EF4-FFF2-40B4-BE49-F238E27FC236}">
                  <a16:creationId xmlns:a16="http://schemas.microsoft.com/office/drawing/2014/main" id="{79814788-C37A-DF6B-1DDD-F473AD91567C}"/>
                </a:ext>
              </a:extLst>
            </p:cNvPr>
            <p:cNvSpPr/>
            <p:nvPr/>
          </p:nvSpPr>
          <p:spPr>
            <a:xfrm>
              <a:off x="251987" y="2843283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74" name="arriba 1">
            <a:extLst>
              <a:ext uri="{FF2B5EF4-FFF2-40B4-BE49-F238E27FC236}">
                <a16:creationId xmlns:a16="http://schemas.microsoft.com/office/drawing/2014/main" id="{6C84FBE5-BE9E-F324-0F9F-09EE940C0C42}"/>
              </a:ext>
            </a:extLst>
          </p:cNvPr>
          <p:cNvGrpSpPr/>
          <p:nvPr/>
        </p:nvGrpSpPr>
        <p:grpSpPr>
          <a:xfrm>
            <a:off x="92990" y="3863409"/>
            <a:ext cx="2448184" cy="1164770"/>
            <a:chOff x="88187" y="2048399"/>
            <a:chExt cx="2340000" cy="1713599"/>
          </a:xfrm>
        </p:grpSpPr>
        <p:sp>
          <p:nvSpPr>
            <p:cNvPr id="75" name="rc3">
              <a:extLst>
                <a:ext uri="{FF2B5EF4-FFF2-40B4-BE49-F238E27FC236}">
                  <a16:creationId xmlns:a16="http://schemas.microsoft.com/office/drawing/2014/main" id="{EC20D96B-265D-811D-2174-C98B3E976C5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4">
              <a:extLst>
                <a:ext uri="{FF2B5EF4-FFF2-40B4-BE49-F238E27FC236}">
                  <a16:creationId xmlns:a16="http://schemas.microsoft.com/office/drawing/2014/main" id="{78E8DDED-708C-5EB9-73D4-73B7978E1CAE}"/>
                </a:ext>
              </a:extLst>
            </p:cNvPr>
            <p:cNvSpPr/>
            <p:nvPr/>
          </p:nvSpPr>
          <p:spPr>
            <a:xfrm>
              <a:off x="111586" y="2065533"/>
              <a:ext cx="2293200" cy="1679329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5">
              <a:extLst>
                <a:ext uri="{FF2B5EF4-FFF2-40B4-BE49-F238E27FC236}">
                  <a16:creationId xmlns:a16="http://schemas.microsoft.com/office/drawing/2014/main" id="{96793E15-074B-8E94-4D09-FDAE0697E89D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00B05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8" name="tx6">
              <a:extLst>
                <a:ext uri="{FF2B5EF4-FFF2-40B4-BE49-F238E27FC236}">
                  <a16:creationId xmlns:a16="http://schemas.microsoft.com/office/drawing/2014/main" id="{900F7C47-1428-5D7F-7A62-D4B22F0D211E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79" name="tx7">
              <a:extLst>
                <a:ext uri="{FF2B5EF4-FFF2-40B4-BE49-F238E27FC236}">
                  <a16:creationId xmlns:a16="http://schemas.microsoft.com/office/drawing/2014/main" id="{271497E7-B3AE-6169-3470-EB28C5EF2FDD}"/>
                </a:ext>
              </a:extLst>
            </p:cNvPr>
            <p:cNvSpPr/>
            <p:nvPr/>
          </p:nvSpPr>
          <p:spPr>
            <a:xfrm>
              <a:off x="275463" y="2836189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80" name="arriba 1">
            <a:extLst>
              <a:ext uri="{FF2B5EF4-FFF2-40B4-BE49-F238E27FC236}">
                <a16:creationId xmlns:a16="http://schemas.microsoft.com/office/drawing/2014/main" id="{7683EA54-3BE9-B50B-9A0D-BB33692880EC}"/>
              </a:ext>
            </a:extLst>
          </p:cNvPr>
          <p:cNvGrpSpPr/>
          <p:nvPr/>
        </p:nvGrpSpPr>
        <p:grpSpPr>
          <a:xfrm>
            <a:off x="8051305" y="3839007"/>
            <a:ext cx="3846314" cy="1202062"/>
            <a:chOff x="88187" y="2048399"/>
            <a:chExt cx="2340000" cy="1713599"/>
          </a:xfrm>
        </p:grpSpPr>
        <p:sp>
          <p:nvSpPr>
            <p:cNvPr id="81" name="rc3">
              <a:extLst>
                <a:ext uri="{FF2B5EF4-FFF2-40B4-BE49-F238E27FC236}">
                  <a16:creationId xmlns:a16="http://schemas.microsoft.com/office/drawing/2014/main" id="{FE614898-CEF8-E301-4604-434F242A573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g4">
              <a:extLst>
                <a:ext uri="{FF2B5EF4-FFF2-40B4-BE49-F238E27FC236}">
                  <a16:creationId xmlns:a16="http://schemas.microsoft.com/office/drawing/2014/main" id="{6AC4D797-7432-59AA-D46F-6CC8D8CCE54F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tx6">
              <a:extLst>
                <a:ext uri="{FF2B5EF4-FFF2-40B4-BE49-F238E27FC236}">
                  <a16:creationId xmlns:a16="http://schemas.microsoft.com/office/drawing/2014/main" id="{6DF52AFB-9DE2-BBB4-C145-E530BC93DC31}"/>
                </a:ext>
              </a:extLst>
            </p:cNvPr>
            <p:cNvSpPr/>
            <p:nvPr/>
          </p:nvSpPr>
          <p:spPr>
            <a:xfrm>
              <a:off x="124088" y="2118191"/>
              <a:ext cx="2224627" cy="1542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ECE: 12,838 procedimientos
SINBA: 513,479 procedimientos
Total: 520,675 (sin duplicados)</a:t>
              </a:r>
            </a:p>
          </p:txBody>
        </p:sp>
        <p:sp>
          <p:nvSpPr>
            <p:cNvPr id="84" name="tx7">
              <a:extLst>
                <a:ext uri="{FF2B5EF4-FFF2-40B4-BE49-F238E27FC236}">
                  <a16:creationId xmlns:a16="http://schemas.microsoft.com/office/drawing/2014/main" id="{6137ECCD-BBB5-C1BF-A313-452CE3849D85}"/>
                </a:ext>
              </a:extLst>
            </p:cNvPr>
            <p:cNvSpPr/>
            <p:nvPr/>
          </p:nvSpPr>
          <p:spPr>
            <a:xfrm>
              <a:off x="251987" y="2955391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5E69E375-8FC4-8675-B9A7-B420DA96348D}"/>
              </a:ext>
            </a:extLst>
          </p:cNvPr>
          <p:cNvCxnSpPr>
            <a:cxnSpLocks/>
          </p:cNvCxnSpPr>
          <p:nvPr/>
        </p:nvCxnSpPr>
        <p:spPr>
          <a:xfrm>
            <a:off x="8089766" y="4648199"/>
            <a:ext cx="3769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arriba 1">
            <a:extLst>
              <a:ext uri="{FF2B5EF4-FFF2-40B4-BE49-F238E27FC236}">
                <a16:creationId xmlns:a16="http://schemas.microsoft.com/office/drawing/2014/main" id="{212F5C7C-5A8B-3F5D-CB98-069C5207C17D}"/>
              </a:ext>
            </a:extLst>
          </p:cNvPr>
          <p:cNvGrpSpPr/>
          <p:nvPr/>
        </p:nvGrpSpPr>
        <p:grpSpPr>
          <a:xfrm>
            <a:off x="5292150" y="5572964"/>
            <a:ext cx="2448184" cy="1164770"/>
            <a:chOff x="88187" y="2048399"/>
            <a:chExt cx="2340000" cy="1713599"/>
          </a:xfrm>
        </p:grpSpPr>
        <p:sp>
          <p:nvSpPr>
            <p:cNvPr id="87" name="rc3">
              <a:extLst>
                <a:ext uri="{FF2B5EF4-FFF2-40B4-BE49-F238E27FC236}">
                  <a16:creationId xmlns:a16="http://schemas.microsoft.com/office/drawing/2014/main" id="{E3B9FA31-033C-E694-AFD1-3B0BFAE9CADE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g4">
              <a:extLst>
                <a:ext uri="{FF2B5EF4-FFF2-40B4-BE49-F238E27FC236}">
                  <a16:creationId xmlns:a16="http://schemas.microsoft.com/office/drawing/2014/main" id="{967A67A1-6FDA-D49A-5C7B-CD221E7EAB47}"/>
                </a:ext>
              </a:extLst>
            </p:cNvPr>
            <p:cNvSpPr/>
            <p:nvPr/>
          </p:nvSpPr>
          <p:spPr>
            <a:xfrm>
              <a:off x="111586" y="2065534"/>
              <a:ext cx="2293200" cy="1679327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5">
              <a:extLst>
                <a:ext uri="{FF2B5EF4-FFF2-40B4-BE49-F238E27FC236}">
                  <a16:creationId xmlns:a16="http://schemas.microsoft.com/office/drawing/2014/main" id="{DDB831F2-6C4F-E786-B0AC-8D4AF102F387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D41111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0" name="tx6">
              <a:extLst>
                <a:ext uri="{FF2B5EF4-FFF2-40B4-BE49-F238E27FC236}">
                  <a16:creationId xmlns:a16="http://schemas.microsoft.com/office/drawing/2014/main" id="{37B9C042-E0F9-16ED-85B2-64F6ADADB377}"/>
                </a:ext>
              </a:extLst>
            </p:cNvPr>
            <p:cNvSpPr/>
            <p:nvPr/>
          </p:nvSpPr>
          <p:spPr>
            <a:xfrm>
              <a:off x="376843" y="2286895"/>
              <a:ext cx="1741383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t>479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91" name="tx7">
              <a:extLst>
                <a:ext uri="{FF2B5EF4-FFF2-40B4-BE49-F238E27FC236}">
                  <a16:creationId xmlns:a16="http://schemas.microsoft.com/office/drawing/2014/main" id="{5F9BFD9F-0897-0FEF-6FBA-63F2A845D741}"/>
                </a:ext>
              </a:extLst>
            </p:cNvPr>
            <p:cNvSpPr/>
            <p:nvPr/>
          </p:nvSpPr>
          <p:spPr>
            <a:xfrm>
              <a:off x="251987" y="2779222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grpSp>
        <p:nvGrpSpPr>
          <p:cNvPr id="92" name="arriba 1">
            <a:extLst>
              <a:ext uri="{FF2B5EF4-FFF2-40B4-BE49-F238E27FC236}">
                <a16:creationId xmlns:a16="http://schemas.microsoft.com/office/drawing/2014/main" id="{60DE7322-4A34-FF44-597A-28EC47650507}"/>
              </a:ext>
            </a:extLst>
          </p:cNvPr>
          <p:cNvGrpSpPr/>
          <p:nvPr/>
        </p:nvGrpSpPr>
        <p:grpSpPr>
          <a:xfrm>
            <a:off x="2692570" y="5560055"/>
            <a:ext cx="2448184" cy="1164770"/>
            <a:chOff x="88187" y="2048399"/>
            <a:chExt cx="2340000" cy="1713599"/>
          </a:xfrm>
        </p:grpSpPr>
        <p:sp>
          <p:nvSpPr>
            <p:cNvPr id="93" name="rc3">
              <a:extLst>
                <a:ext uri="{FF2B5EF4-FFF2-40B4-BE49-F238E27FC236}">
                  <a16:creationId xmlns:a16="http://schemas.microsoft.com/office/drawing/2014/main" id="{1C1FD385-A98E-BFAA-8DB7-89BE2FCD0698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g4">
              <a:extLst>
                <a:ext uri="{FF2B5EF4-FFF2-40B4-BE49-F238E27FC236}">
                  <a16:creationId xmlns:a16="http://schemas.microsoft.com/office/drawing/2014/main" id="{0837F492-B35C-35A1-01F9-53D95B58592F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5">
              <a:extLst>
                <a:ext uri="{FF2B5EF4-FFF2-40B4-BE49-F238E27FC236}">
                  <a16:creationId xmlns:a16="http://schemas.microsoft.com/office/drawing/2014/main" id="{EE7BBA0D-F4A1-5C29-49C0-17AA16BAB050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F1D54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" name="tx6">
              <a:extLst>
                <a:ext uri="{FF2B5EF4-FFF2-40B4-BE49-F238E27FC236}">
                  <a16:creationId xmlns:a16="http://schemas.microsoft.com/office/drawing/2014/main" id="{8A025268-8BB0-16E6-137B-8B748E188EE0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52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97" name="tx7">
              <a:extLst>
                <a:ext uri="{FF2B5EF4-FFF2-40B4-BE49-F238E27FC236}">
                  <a16:creationId xmlns:a16="http://schemas.microsoft.com/office/drawing/2014/main" id="{47B9F61E-A116-3145-BB47-50A7E669480D}"/>
                </a:ext>
              </a:extLst>
            </p:cNvPr>
            <p:cNvSpPr/>
            <p:nvPr/>
          </p:nvSpPr>
          <p:spPr>
            <a:xfrm>
              <a:off x="251987" y="2811253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98" name="arriba 1">
            <a:extLst>
              <a:ext uri="{FF2B5EF4-FFF2-40B4-BE49-F238E27FC236}">
                <a16:creationId xmlns:a16="http://schemas.microsoft.com/office/drawing/2014/main" id="{3C40C3B2-9E87-6D71-B3AA-720678E85E7A}"/>
              </a:ext>
            </a:extLst>
          </p:cNvPr>
          <p:cNvGrpSpPr/>
          <p:nvPr/>
        </p:nvGrpSpPr>
        <p:grpSpPr>
          <a:xfrm>
            <a:off x="92990" y="5560055"/>
            <a:ext cx="2448184" cy="1164770"/>
            <a:chOff x="88187" y="2048399"/>
            <a:chExt cx="2340000" cy="1713599"/>
          </a:xfrm>
        </p:grpSpPr>
        <p:sp>
          <p:nvSpPr>
            <p:cNvPr id="99" name="rc3">
              <a:extLst>
                <a:ext uri="{FF2B5EF4-FFF2-40B4-BE49-F238E27FC236}">
                  <a16:creationId xmlns:a16="http://schemas.microsoft.com/office/drawing/2014/main" id="{86721FD3-8A4D-3927-A4B1-C16968179A70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g4">
              <a:extLst>
                <a:ext uri="{FF2B5EF4-FFF2-40B4-BE49-F238E27FC236}">
                  <a16:creationId xmlns:a16="http://schemas.microsoft.com/office/drawing/2014/main" id="{343114B2-B431-6573-B80F-F1463352BAC1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5">
              <a:extLst>
                <a:ext uri="{FF2B5EF4-FFF2-40B4-BE49-F238E27FC236}">
                  <a16:creationId xmlns:a16="http://schemas.microsoft.com/office/drawing/2014/main" id="{772293B3-909C-B41E-D4C0-62D34795ABD2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00B05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tx6">
              <a:extLst>
                <a:ext uri="{FF2B5EF4-FFF2-40B4-BE49-F238E27FC236}">
                  <a16:creationId xmlns:a16="http://schemas.microsoft.com/office/drawing/2014/main" id="{F723CA28-A698-2AD4-63FC-1401DA9A3930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t>8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103" name="tx7">
              <a:extLst>
                <a:ext uri="{FF2B5EF4-FFF2-40B4-BE49-F238E27FC236}">
                  <a16:creationId xmlns:a16="http://schemas.microsoft.com/office/drawing/2014/main" id="{8F25E36A-9D6A-1FA5-140B-C1F3F6798191}"/>
                </a:ext>
              </a:extLst>
            </p:cNvPr>
            <p:cNvSpPr/>
            <p:nvPr/>
          </p:nvSpPr>
          <p:spPr>
            <a:xfrm>
              <a:off x="251987" y="2795237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104" name="arriba 1">
            <a:extLst>
              <a:ext uri="{FF2B5EF4-FFF2-40B4-BE49-F238E27FC236}">
                <a16:creationId xmlns:a16="http://schemas.microsoft.com/office/drawing/2014/main" id="{CB2BAFF1-25FE-E45B-A221-A11D25A59988}"/>
              </a:ext>
            </a:extLst>
          </p:cNvPr>
          <p:cNvGrpSpPr/>
          <p:nvPr/>
        </p:nvGrpSpPr>
        <p:grpSpPr>
          <a:xfrm>
            <a:off x="8051305" y="5535653"/>
            <a:ext cx="3846314" cy="1202062"/>
            <a:chOff x="88187" y="2048399"/>
            <a:chExt cx="2340000" cy="1713599"/>
          </a:xfrm>
        </p:grpSpPr>
        <p:sp>
          <p:nvSpPr>
            <p:cNvPr id="105" name="rc3">
              <a:extLst>
                <a:ext uri="{FF2B5EF4-FFF2-40B4-BE49-F238E27FC236}">
                  <a16:creationId xmlns:a16="http://schemas.microsoft.com/office/drawing/2014/main" id="{BA85C2EB-AA78-2085-6910-D818818E288D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4">
              <a:extLst>
                <a:ext uri="{FF2B5EF4-FFF2-40B4-BE49-F238E27FC236}">
                  <a16:creationId xmlns:a16="http://schemas.microsoft.com/office/drawing/2014/main" id="{9300F318-E465-E855-3F78-052D56EB1C06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x6">
              <a:extLst>
                <a:ext uri="{FF2B5EF4-FFF2-40B4-BE49-F238E27FC236}">
                  <a16:creationId xmlns:a16="http://schemas.microsoft.com/office/drawing/2014/main" id="{DBEE7D30-D374-1AA8-A2D5-775D84BF6192}"/>
                </a:ext>
              </a:extLst>
            </p:cNvPr>
            <p:cNvSpPr/>
            <p:nvPr/>
          </p:nvSpPr>
          <p:spPr>
            <a:xfrm>
              <a:off x="124088" y="2118191"/>
              <a:ext cx="2224627" cy="1542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t>ECE: 34,830 egresos
SINBA: 867,743 egresos
Total: 886,452 (sin duplicados)</a:t>
              </a:r>
            </a:p>
          </p:txBody>
        </p:sp>
        <p:sp>
          <p:nvSpPr>
            <p:cNvPr id="108" name="tx7">
              <a:extLst>
                <a:ext uri="{FF2B5EF4-FFF2-40B4-BE49-F238E27FC236}">
                  <a16:creationId xmlns:a16="http://schemas.microsoft.com/office/drawing/2014/main" id="{34228552-8F13-6008-CE4C-14FAB04289BD}"/>
                </a:ext>
              </a:extLst>
            </p:cNvPr>
            <p:cNvSpPr/>
            <p:nvPr/>
          </p:nvSpPr>
          <p:spPr>
            <a:xfrm>
              <a:off x="251987" y="2955391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F39503CA-2355-06B8-BBD5-87266771CD8A}"/>
              </a:ext>
            </a:extLst>
          </p:cNvPr>
          <p:cNvCxnSpPr>
            <a:cxnSpLocks/>
          </p:cNvCxnSpPr>
          <p:nvPr/>
        </p:nvCxnSpPr>
        <p:spPr>
          <a:xfrm>
            <a:off x="8089766" y="6344845"/>
            <a:ext cx="3769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lecha: a la derecha 109">
            <a:extLst>
              <a:ext uri="{FF2B5EF4-FFF2-40B4-BE49-F238E27FC236}">
                <a16:creationId xmlns:a16="http://schemas.microsoft.com/office/drawing/2014/main" id="{043F1BED-BBD5-D849-BA5F-0803134550CB}"/>
              </a:ext>
            </a:extLst>
          </p:cNvPr>
          <p:cNvSpPr/>
          <p:nvPr/>
        </p:nvSpPr>
        <p:spPr>
          <a:xfrm>
            <a:off x="7814358" y="2634345"/>
            <a:ext cx="213491" cy="300637"/>
          </a:xfrm>
          <a:prstGeom prst="rightArrow">
            <a:avLst/>
          </a:prstGeom>
          <a:solidFill>
            <a:srgbClr val="98989A"/>
          </a:solidFill>
          <a:ln>
            <a:solidFill>
              <a:srgbClr val="9898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" name="Flecha: a la derecha 111">
            <a:extLst>
              <a:ext uri="{FF2B5EF4-FFF2-40B4-BE49-F238E27FC236}">
                <a16:creationId xmlns:a16="http://schemas.microsoft.com/office/drawing/2014/main" id="{C2BF5356-A441-D7FE-8973-CF76CA00DAB2}"/>
              </a:ext>
            </a:extLst>
          </p:cNvPr>
          <p:cNvSpPr/>
          <p:nvPr/>
        </p:nvSpPr>
        <p:spPr>
          <a:xfrm>
            <a:off x="7814358" y="4347562"/>
            <a:ext cx="213491" cy="300637"/>
          </a:xfrm>
          <a:prstGeom prst="rightArrow">
            <a:avLst/>
          </a:prstGeom>
          <a:solidFill>
            <a:srgbClr val="98989A"/>
          </a:solidFill>
          <a:ln>
            <a:solidFill>
              <a:srgbClr val="9898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" name="Flecha: a la derecha 113">
            <a:extLst>
              <a:ext uri="{FF2B5EF4-FFF2-40B4-BE49-F238E27FC236}">
                <a16:creationId xmlns:a16="http://schemas.microsoft.com/office/drawing/2014/main" id="{3AA1055E-1404-5A63-36B8-C52030815287}"/>
              </a:ext>
            </a:extLst>
          </p:cNvPr>
          <p:cNvSpPr/>
          <p:nvPr/>
        </p:nvSpPr>
        <p:spPr>
          <a:xfrm>
            <a:off x="7814358" y="6005029"/>
            <a:ext cx="213491" cy="300637"/>
          </a:xfrm>
          <a:prstGeom prst="rightArrow">
            <a:avLst/>
          </a:prstGeom>
          <a:solidFill>
            <a:srgbClr val="98989A"/>
          </a:solidFill>
          <a:ln>
            <a:solidFill>
              <a:srgbClr val="9898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x7">
            <a:extLst>
              <a:ext uri="{FF2B5EF4-FFF2-40B4-BE49-F238E27FC236}">
                <a16:creationId xmlns:a16="http://schemas.microsoft.com/office/drawing/2014/main" id="{9D6065A9-54B5-216B-1BCE-999671631947}"/>
              </a:ext>
            </a:extLst>
          </p:cNvPr>
          <p:cNvSpPr/>
          <p:nvPr/>
        </p:nvSpPr>
        <p:spPr>
          <a:xfrm>
            <a:off x="288924" y="1886406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300" b="1" dirty="0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Únicamente en ECE</a:t>
            </a:r>
            <a:endParaRPr sz="1300" b="1" dirty="0">
              <a:solidFill>
                <a:srgbClr val="111827">
                  <a:alpha val="100000"/>
                </a:srgbClr>
              </a:solidFill>
              <a:latin typeface="Calibri"/>
              <a:cs typeface="Calibri"/>
            </a:endParaRPr>
          </a:p>
        </p:txBody>
      </p:sp>
      <p:sp>
        <p:nvSpPr>
          <p:cNvPr id="7" name="tx7">
            <a:extLst>
              <a:ext uri="{FF2B5EF4-FFF2-40B4-BE49-F238E27FC236}">
                <a16:creationId xmlns:a16="http://schemas.microsoft.com/office/drawing/2014/main" id="{0B06C7B6-557E-CC9D-8FF6-DD0703A5999F}"/>
              </a:ext>
            </a:extLst>
          </p:cNvPr>
          <p:cNvSpPr/>
          <p:nvPr/>
        </p:nvSpPr>
        <p:spPr>
          <a:xfrm>
            <a:off x="2888504" y="1907100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300"/>
              </a:lnSpc>
            </a:pPr>
            <a:r>
              <a:rPr lang="es-MX"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Ambos sistemas</a:t>
            </a:r>
            <a:endParaRPr sz="1300" b="1">
              <a:solidFill>
                <a:srgbClr val="111827">
                  <a:alpha val="100000"/>
                </a:srgbClr>
              </a:solidFill>
              <a:latin typeface="Calibri"/>
              <a:cs typeface="Calibri"/>
            </a:endParaRPr>
          </a:p>
        </p:txBody>
      </p:sp>
      <p:sp>
        <p:nvSpPr>
          <p:cNvPr id="11" name="tx7">
            <a:extLst>
              <a:ext uri="{FF2B5EF4-FFF2-40B4-BE49-F238E27FC236}">
                <a16:creationId xmlns:a16="http://schemas.microsoft.com/office/drawing/2014/main" id="{D9FF3203-FD31-3FFF-FE95-AB4F56A2C31C}"/>
              </a:ext>
            </a:extLst>
          </p:cNvPr>
          <p:cNvSpPr/>
          <p:nvPr/>
        </p:nvSpPr>
        <p:spPr>
          <a:xfrm>
            <a:off x="5488084" y="1876105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300"/>
              </a:lnSpc>
            </a:pPr>
            <a:r>
              <a:rPr lang="es-MX"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Únicamente en SINBA</a:t>
            </a:r>
          </a:p>
        </p:txBody>
      </p:sp>
      <p:sp>
        <p:nvSpPr>
          <p:cNvPr id="15" name="tx7">
            <a:extLst>
              <a:ext uri="{FF2B5EF4-FFF2-40B4-BE49-F238E27FC236}">
                <a16:creationId xmlns:a16="http://schemas.microsoft.com/office/drawing/2014/main" id="{7B6C9EE2-5A56-1DAE-08F3-FF1685841CBE}"/>
              </a:ext>
            </a:extLst>
          </p:cNvPr>
          <p:cNvSpPr/>
          <p:nvPr/>
        </p:nvSpPr>
        <p:spPr>
          <a:xfrm>
            <a:off x="8895486" y="1799840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300"/>
              </a:lnSpc>
            </a:pPr>
            <a:r>
              <a:rPr lang="es-MX"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2026</a:t>
            </a:r>
          </a:p>
        </p:txBody>
      </p:sp>
      <p:sp>
        <p:nvSpPr>
          <p:cNvPr id="18" name="tx8">
            <a:extLst>
              <a:ext uri="{FF2B5EF4-FFF2-40B4-BE49-F238E27FC236}">
                <a16:creationId xmlns:a16="http://schemas.microsoft.com/office/drawing/2014/main" id="{CD922102-0711-1097-FAFA-32E996957AB6}"/>
              </a:ext>
            </a:extLst>
          </p:cNvPr>
          <p:cNvSpPr/>
          <p:nvPr/>
        </p:nvSpPr>
        <p:spPr>
          <a:xfrm>
            <a:off x="439462" y="3028088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22" name="tx8">
            <a:extLst>
              <a:ext uri="{FF2B5EF4-FFF2-40B4-BE49-F238E27FC236}">
                <a16:creationId xmlns:a16="http://schemas.microsoft.com/office/drawing/2014/main" id="{4C1033A7-3318-9CF1-F150-1FA70E973BAC}"/>
              </a:ext>
            </a:extLst>
          </p:cNvPr>
          <p:cNvSpPr/>
          <p:nvPr/>
        </p:nvSpPr>
        <p:spPr>
          <a:xfrm>
            <a:off x="3039042" y="3016027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24" name="tx8">
            <a:extLst>
              <a:ext uri="{FF2B5EF4-FFF2-40B4-BE49-F238E27FC236}">
                <a16:creationId xmlns:a16="http://schemas.microsoft.com/office/drawing/2014/main" id="{7C855C27-6114-9DF9-F7A3-825F9E2651B6}"/>
              </a:ext>
            </a:extLst>
          </p:cNvPr>
          <p:cNvSpPr/>
          <p:nvPr/>
        </p:nvSpPr>
        <p:spPr>
          <a:xfrm>
            <a:off x="5488084" y="3015762"/>
            <a:ext cx="2086332" cy="23595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  <a:endParaRPr sz="1400" b="1" dirty="0">
              <a:solidFill>
                <a:srgbClr val="6B7280">
                  <a:alpha val="100000"/>
                </a:srgbClr>
              </a:solidFill>
              <a:latin typeface="Calibri"/>
              <a:cs typeface="Calibri"/>
            </a:endParaRPr>
          </a:p>
        </p:txBody>
      </p:sp>
      <p:sp>
        <p:nvSpPr>
          <p:cNvPr id="26" name="tx8">
            <a:extLst>
              <a:ext uri="{FF2B5EF4-FFF2-40B4-BE49-F238E27FC236}">
                <a16:creationId xmlns:a16="http://schemas.microsoft.com/office/drawing/2014/main" id="{A571FB44-AC1B-36B7-CE80-265C118C70D5}"/>
              </a:ext>
            </a:extLst>
          </p:cNvPr>
          <p:cNvSpPr/>
          <p:nvPr/>
        </p:nvSpPr>
        <p:spPr>
          <a:xfrm>
            <a:off x="417686" y="476979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36" name="tx8">
            <a:extLst>
              <a:ext uri="{FF2B5EF4-FFF2-40B4-BE49-F238E27FC236}">
                <a16:creationId xmlns:a16="http://schemas.microsoft.com/office/drawing/2014/main" id="{085E547D-3B6F-94F7-8220-2C028E5D3660}"/>
              </a:ext>
            </a:extLst>
          </p:cNvPr>
          <p:cNvSpPr/>
          <p:nvPr/>
        </p:nvSpPr>
        <p:spPr>
          <a:xfrm>
            <a:off x="3071696" y="4757738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38" name="tx8">
            <a:extLst>
              <a:ext uri="{FF2B5EF4-FFF2-40B4-BE49-F238E27FC236}">
                <a16:creationId xmlns:a16="http://schemas.microsoft.com/office/drawing/2014/main" id="{118324F9-5620-E791-CA9D-27727A823396}"/>
              </a:ext>
            </a:extLst>
          </p:cNvPr>
          <p:cNvSpPr/>
          <p:nvPr/>
        </p:nvSpPr>
        <p:spPr>
          <a:xfrm>
            <a:off x="5616846" y="476979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55" name="tx8">
            <a:extLst>
              <a:ext uri="{FF2B5EF4-FFF2-40B4-BE49-F238E27FC236}">
                <a16:creationId xmlns:a16="http://schemas.microsoft.com/office/drawing/2014/main" id="{7661D73E-33F7-E9B4-70F5-59817E4C7BB5}"/>
              </a:ext>
            </a:extLst>
          </p:cNvPr>
          <p:cNvSpPr/>
          <p:nvPr/>
        </p:nvSpPr>
        <p:spPr>
          <a:xfrm>
            <a:off x="417687" y="638088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59" name="tx8">
            <a:extLst>
              <a:ext uri="{FF2B5EF4-FFF2-40B4-BE49-F238E27FC236}">
                <a16:creationId xmlns:a16="http://schemas.microsoft.com/office/drawing/2014/main" id="{50E463CC-5EA0-6FCF-ADE4-768190A3FA94}"/>
              </a:ext>
            </a:extLst>
          </p:cNvPr>
          <p:cNvSpPr/>
          <p:nvPr/>
        </p:nvSpPr>
        <p:spPr>
          <a:xfrm>
            <a:off x="3017267" y="6368828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  <p:sp>
        <p:nvSpPr>
          <p:cNvPr id="111" name="tx8">
            <a:extLst>
              <a:ext uri="{FF2B5EF4-FFF2-40B4-BE49-F238E27FC236}">
                <a16:creationId xmlns:a16="http://schemas.microsoft.com/office/drawing/2014/main" id="{1CF30C01-19C0-2367-B2B1-642AE5D32083}"/>
              </a:ext>
            </a:extLst>
          </p:cNvPr>
          <p:cNvSpPr/>
          <p:nvPr/>
        </p:nvSpPr>
        <p:spPr>
          <a:xfrm>
            <a:off x="5616847" y="638088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>
                <a:solidFill>
                  <a:srgbClr val="A57F2C"/>
                </a:solidFill>
              </a:rPr>
              <a:t>● 0 vs corte anterior (historico)</a:t>
            </a:r>
          </a:p>
        </p:txBody>
      </p:sp>
    </p:spTree>
    <p:extLst>
      <p:ext uri="{BB962C8B-B14F-4D97-AF65-F5344CB8AC3E}">
        <p14:creationId xmlns:p14="http://schemas.microsoft.com/office/powerpoint/2010/main" val="323989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E0553C7-5203-3439-FEC3-7385BC76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>
            <a:extLst>
              <a:ext uri="{FF2B5EF4-FFF2-40B4-BE49-F238E27FC236}">
                <a16:creationId xmlns:a16="http://schemas.microsoft.com/office/drawing/2014/main" id="{149BFB22-9561-0537-40C3-DEC2A8F036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136" y="157816"/>
            <a:ext cx="1426033" cy="4004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03;g3eb3c2e1235_0_0">
            <a:extLst>
              <a:ext uri="{FF2B5EF4-FFF2-40B4-BE49-F238E27FC236}">
                <a16:creationId xmlns:a16="http://schemas.microsoft.com/office/drawing/2014/main" id="{A4BFD9D9-8F0A-8D90-EC5F-6F8113B4C4B7}"/>
              </a:ext>
            </a:extLst>
          </p:cNvPr>
          <p:cNvSpPr/>
          <p:nvPr/>
        </p:nvSpPr>
        <p:spPr>
          <a:xfrm rot="5400000">
            <a:off x="3982634" y="-3444153"/>
            <a:ext cx="522301" cy="7637340"/>
          </a:xfrm>
          <a:prstGeom prst="round2SameRect">
            <a:avLst>
              <a:gd name="adj1" fmla="val 9846"/>
              <a:gd name="adj2" fmla="val 0"/>
            </a:avLst>
          </a:prstGeom>
          <a:noFill/>
          <a:ln w="28575" cap="flat" cmpd="sng">
            <a:solidFill>
              <a:srgbClr val="5EAB8A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45019" dist="25010" dir="2280000" algn="tl" rotWithShape="0">
              <a:srgbClr val="000000">
                <a:alpha val="31000"/>
              </a:srgbClr>
            </a:outerShdw>
          </a:effectLst>
        </p:spPr>
        <p:txBody>
          <a:bodyPr spcFirstLastPara="1" wrap="square" lIns="48000" tIns="48000" rIns="48000" bIns="48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sz="800" noProof="1"/>
          </a:p>
        </p:txBody>
      </p:sp>
      <p:sp>
        <p:nvSpPr>
          <p:cNvPr id="9" name="Google Shape;304;g3eb3c2e1235_0_0">
            <a:extLst>
              <a:ext uri="{FF2B5EF4-FFF2-40B4-BE49-F238E27FC236}">
                <a16:creationId xmlns:a16="http://schemas.microsoft.com/office/drawing/2014/main" id="{E71032B3-00AF-61A5-3540-BA87AA4D53E8}"/>
              </a:ext>
            </a:extLst>
          </p:cNvPr>
          <p:cNvSpPr txBox="1"/>
          <p:nvPr/>
        </p:nvSpPr>
        <p:spPr>
          <a:xfrm>
            <a:off x="1742501" y="165268"/>
            <a:ext cx="6506764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24000" rIns="48000" bIns="24000" anchor="ctr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s-ES_tradnl" sz="2200" b="1" noProof="1">
                <a:solidFill>
                  <a:srgbClr val="1B5C4E"/>
                </a:solidFill>
                <a:latin typeface="Noto Sans Black"/>
                <a:ea typeface="Noto Sans Black"/>
                <a:cs typeface="Noto Sans Black"/>
              </a:rPr>
              <a:t>Intercambio de servicios en números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EAC70-577F-2DE1-F41A-64B903506D5D}"/>
              </a:ext>
            </a:extLst>
          </p:cNvPr>
          <p:cNvSpPr txBox="1"/>
          <p:nvPr/>
        </p:nvSpPr>
        <p:spPr>
          <a:xfrm>
            <a:off x="700648" y="6313266"/>
            <a:ext cx="932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000000">
                    <a:alpha val="100000"/>
                  </a:srgbClr>
                </a:solidFill>
                <a:latin typeface="Noto Sans"/>
                <a:cs typeface="Noto Sans"/>
                <a:sym typeface="Noto Sans"/>
              </a:rPr>
              <a:t>Fuente: Bases de datos PHEDS y MOCE. De noviembre del 2025 a la fecha de corte: 06 de agosto de 2026.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98929A-30A0-623A-D311-8AA2B082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57510"/>
              </p:ext>
            </p:extLst>
          </p:nvPr>
        </p:nvGraphicFramePr>
        <p:xfrm>
          <a:off x="425113" y="829456"/>
          <a:ext cx="11418543" cy="54600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62149">
                  <a:extLst>
                    <a:ext uri="{9D8B030D-6E8A-4147-A177-3AD203B41FA5}">
                      <a16:colId xmlns:a16="http://schemas.microsoft.com/office/drawing/2014/main" val="2887236768"/>
                    </a:ext>
                  </a:extLst>
                </a:gridCol>
                <a:gridCol w="2326430">
                  <a:extLst>
                    <a:ext uri="{9D8B030D-6E8A-4147-A177-3AD203B41FA5}">
                      <a16:colId xmlns:a16="http://schemas.microsoft.com/office/drawing/2014/main" val="900945072"/>
                    </a:ext>
                  </a:extLst>
                </a:gridCol>
                <a:gridCol w="2814982">
                  <a:extLst>
                    <a:ext uri="{9D8B030D-6E8A-4147-A177-3AD203B41FA5}">
                      <a16:colId xmlns:a16="http://schemas.microsoft.com/office/drawing/2014/main" val="3358225578"/>
                    </a:ext>
                  </a:extLst>
                </a:gridCol>
                <a:gridCol w="2814982">
                  <a:extLst>
                    <a:ext uri="{9D8B030D-6E8A-4147-A177-3AD203B41FA5}">
                      <a16:colId xmlns:a16="http://schemas.microsoft.com/office/drawing/2014/main" val="4226024505"/>
                    </a:ext>
                  </a:extLst>
                </a:gridCol>
              </a:tblGrid>
              <a:tr h="604436">
                <a:tc>
                  <a:txBody>
                    <a:bodyPr/>
                    <a:lstStyle/>
                    <a:p>
                      <a:r>
                        <a:rPr lang="es-MX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Tipo de atención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800" b="1" kern="1200" dirty="0">
                          <a:solidFill>
                            <a:schemeClr val="lt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Agregados último corte </a:t>
                      </a:r>
                    </a:p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800" b="1" kern="1200" dirty="0">
                          <a:solidFill>
                            <a:schemeClr val="lt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(30/07 - 06/08/2026)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Con IMSS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9532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atendidas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215,888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27,589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92289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Atenciones ofrecidas 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594,211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41,090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84,710 (14%)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2348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endParaRPr lang="es-MX" sz="18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662693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en consulta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107,801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14,263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775505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Consultas 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235,430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15,756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66,024 (28%)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73504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endParaRPr lang="es-MX" sz="18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944079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en urgencias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131,422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12,643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62900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Atenciones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268,151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18,756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14,221 (5%)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956363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endParaRPr lang="es-MX" sz="18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90356"/>
                  </a:ext>
                </a:extLst>
              </a:tr>
              <a:tr h="466518">
                <a:tc>
                  <a:txBody>
                    <a:bodyPr/>
                    <a:lstStyle/>
                    <a:p>
                      <a:pPr lvl="0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en hospitalización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29,186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2,548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8302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 algn="l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Eventos de hospitalización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57,277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4,085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2,736 (5%)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572536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 algn="l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Eventos de cirugías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30,871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2,320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1,632 (5%)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3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UCI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2,482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97 (4%)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539243"/>
                  </a:ext>
                </a:extLst>
              </a:tr>
            </a:tbl>
          </a:graphicData>
        </a:graphic>
      </p:graphicFrame>
      <p:pic>
        <p:nvPicPr>
          <p:cNvPr id="3" name="Imagen 2" descr="Archivo:Logo del Gobierno de México (2024-2030).png - Wikipedia, la  enciclopedia libre">
            <a:extLst>
              <a:ext uri="{FF2B5EF4-FFF2-40B4-BE49-F238E27FC236}">
                <a16:creationId xmlns:a16="http://schemas.microsoft.com/office/drawing/2014/main" id="{C8269B4A-D705-18E8-47E5-5244B518A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103" y="103534"/>
            <a:ext cx="1374987" cy="50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27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ADF0657346C74FA4159949F83B0105" ma:contentTypeVersion="12" ma:contentTypeDescription="Crear nuevo documento." ma:contentTypeScope="" ma:versionID="e679190041f368e5f1999762c1635bea">
  <xsd:schema xmlns:xsd="http://www.w3.org/2001/XMLSchema" xmlns:xs="http://www.w3.org/2001/XMLSchema" xmlns:p="http://schemas.microsoft.com/office/2006/metadata/properties" xmlns:ns2="ecbbb845-5bb4-49a6-a031-2c6210f1a021" xmlns:ns3="2311af43-dfdb-495f-8272-1d5374a07a4f" targetNamespace="http://schemas.microsoft.com/office/2006/metadata/properties" ma:root="true" ma:fieldsID="106f98ec6a760573afb5fafd9fd455c8" ns2:_="" ns3:_="">
    <xsd:import namespace="ecbbb845-5bb4-49a6-a031-2c6210f1a021"/>
    <xsd:import namespace="2311af43-dfdb-495f-8272-1d5374a07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bb845-5bb4-49a6-a031-2c6210f1a0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1af43-dfdb-495f-8272-1d5374a07a4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7b665d3-a353-4c8b-994f-ed147fe15c37}" ma:internalName="TaxCatchAll" ma:showField="CatchAllData" ma:web="2311af43-dfdb-495f-8272-1d5374a07a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bbb845-5bb4-49a6-a031-2c6210f1a021">
      <Terms xmlns="http://schemas.microsoft.com/office/infopath/2007/PartnerControls"/>
    </lcf76f155ced4ddcb4097134ff3c332f>
    <TaxCatchAll xmlns="2311af43-dfdb-495f-8272-1d5374a07a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6A8D3C-2F85-4D35-B94E-49D16D64ACCA}">
  <ds:schemaRefs>
    <ds:schemaRef ds:uri="2311af43-dfdb-495f-8272-1d5374a07a4f"/>
    <ds:schemaRef ds:uri="ecbbb845-5bb4-49a6-a031-2c6210f1a0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A4691C-DD18-4396-8E84-64D8A526A948}">
  <ds:schemaRefs>
    <ds:schemaRef ds:uri="2311af43-dfdb-495f-8272-1d5374a07a4f"/>
    <ds:schemaRef ds:uri="ecbbb845-5bb4-49a6-a031-2c6210f1a02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4810B74-AF99-4EEF-B280-187FFFE6E4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329</Words>
  <Application>Microsoft Office PowerPoint</Application>
  <PresentationFormat>Panorámica</PresentationFormat>
  <Paragraphs>94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Noto Sans</vt:lpstr>
      <vt:lpstr>Noto Sans Black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Angélica Paola González Lozada</dc:creator>
  <cp:lastModifiedBy>Angélica Paola González Lozada</cp:lastModifiedBy>
  <cp:revision>1</cp:revision>
  <dcterms:created xsi:type="dcterms:W3CDTF">2026-07-22T16:52:06Z</dcterms:created>
  <dcterms:modified xsi:type="dcterms:W3CDTF">2026-08-07T00:17:41Z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0x01010086ADF0657346C74FA4159949F83B0105</vt:lpwstr>
  </property>
  <property fmtid="{D5CDD505-2E9C-101B-9397-08002B2CF9AE}" pid="3" name="MediaServiceImageTags">
    <vt:lpwstr/>
  </property>
</Properties>
</file>